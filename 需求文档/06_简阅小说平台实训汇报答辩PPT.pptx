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F4E79"/>
                </a:solidFill>
                <a:latin typeface="Microsoft YaHei"/>
              </a:defRPr>
            </a:pPr>
            <a:r>
              <a:t>“简阅”在线小说阅读平台</a:t>
            </a:r>
          </a:p>
          <a:p>
            <a:pPr>
              <a:spcAft>
                <a:spcPts val="600"/>
              </a:spcAft>
              <a:defRPr sz="1800" b="1">
                <a:solidFill>
                  <a:srgbClr val="2F5597"/>
                </a:solidFill>
                <a:latin typeface="Microsoft YaHei"/>
              </a:defRPr>
            </a:pPr>
            <a:r>
              <a:t>—— 鲲鹏云计算综合实训项目汇报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小 组 编 号：</a:t>
            </a:r>
            <a:r>
              <a:rPr sz="1200">
                <a:solidFill>
                  <a:srgbClr val="2F5597"/>
                </a:solidFill>
                <a:latin typeface="Microsoft YaHei"/>
              </a:rPr>
              <a:t>分组 11 (祝源嵩、连乐境、刘昶)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答 辩 分 工：</a:t>
            </a:r>
            <a:r>
              <a:rPr sz="1200">
                <a:solidFill>
                  <a:srgbClr val="2F5597"/>
                </a:solidFill>
                <a:latin typeface="Microsoft YaHei"/>
              </a:rPr>
              <a:t>祝源嵩(前端) / 连乐境(后端) / 刘昶(运维)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院 系 班 级：</a:t>
            </a:r>
            <a:r>
              <a:rPr sz="1200">
                <a:solidFill>
                  <a:srgbClr val="2F5597"/>
                </a:solidFill>
                <a:latin typeface="Microsoft YaHei"/>
              </a:rPr>
              <a:t>华为计科3班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汇报日期：</a:t>
            </a:r>
            <a:r>
              <a:rPr sz="1200">
                <a:solidFill>
                  <a:srgbClr val="2F5597"/>
                </a:solidFill>
                <a:latin typeface="Microsoft YaHei"/>
              </a:rPr>
              <a:t>2026 年 6 月 4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一、 项目背景与信创目标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🔴 传统运行环境痛点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架构束缚：传统多基于 x86_64 硬件体系，未对国家倡导的国产芯片和信创底座做优化。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部署繁琐：软硬件环境杂乱，手工解包、配数据库步骤繁多，极大影响灾备恢复效能。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运维缺失：缺少自动化巡检，服务出现假死、数据库死锁时无从知晓，往往错失黄金排障期。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备份黑盒：数据无定期备份及安全清理审计，面临高并发及病毒侵扰时的严重资产隐患。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🟢 简阅信创建设目标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国产化底座：100% 运行于鲲鹏 ARM64 主机，完全适配并运行在国产 openEuler 操作系统环境。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一键容器化：使用 Docker 封装，支持多架构构建，30秒内实现生产环境的完美冷拉起部署。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自动化运维：部署轻量监控巡检，加入【健康检测与容器故障自愈】体系，实现服务 7×24h 存活。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双向冷归档：每日凌晨 2 点自动分离、提取 SQLite 数据库，结合历史源码一键冷归档，保留 7 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二、 系统整体架构与信创技术栈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系统采用「前后端分离」架构。前端使用原生 HTML5+JS 直接嵌入容器；后端采用 Python 高性能异步 FastAPI 提供标准化 Restful API 规范；采用 Docker 进行纵深隔离、Nginx 提供对外安全代理网关。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技术层次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开源/通用技术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本系统采用技术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信创国产化适配解析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硬件及虚机层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Intel / VMware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鲲鹏TaiShan 200 + FusionCompute 8.x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依托国产自主 ARM64 处理器与华为企业虚拟化。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操作系统层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CentOS / Ubuntu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openEuler 22.03 LTS SP2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采用国家主推的、安全加固的国产 openEuler 主力底座。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容器及网络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物理直接部署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Docker CE 24.x +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使用轻量沙箱进行服务物理硬隔离，通过 Compose 一键统编。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应用及数据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Spring Cloud / MySQL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FastAPI (Python) + SQLite3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Microsoft YaHei"/>
                        </a:rPr>
                        <a:t>采用高性能协程异步后端。数据卷保护数据，SQLAlchemy无缝兼MySQL。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三、 实体数据库建模与数据卷持久化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📊 SQLAlchemy 规范数据库建模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用户表 (users)：用户名加唯一唯一索引，哈希保障密码安全。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分类表 (categories)：管理科幻、武侠等频道基础增删。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图书表 (books)：记录作者、封面路径、阅读点赞计票。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章节表 (chapters)：存储章节及文章大文本。在 [书籍ID, 章节序号] 建立联合唯一联合约束（保证小说排序不冲突）。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书架表 (bookshelf)：用户关联书籍。建立 [用户ID, 书籍ID] 联合唯一，杜绝收藏冲突。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评论表 (comments)：即时留痕。CASCADE 外键级联，删除小说时自动彻底抹除评论、书架及章节，保障数据强一致性。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💾 Docker 命名卷数据安全锁机制</a:t>
            </a:r>
          </a:p>
          <a:p>
            <a:pPr>
              <a:spcAft>
                <a:spcPts val="600"/>
              </a:spcAft>
              <a:defRPr sz="1050" b="0">
                <a:solidFill>
                  <a:srgbClr val="333333"/>
                </a:solidFill>
                <a:latin typeface="Microsoft YaHei"/>
              </a:defRPr>
            </a:pPr>
            <a:r>
              <a:t>• 物理挂载隔离：在 docker-compose 中显式声明独立命名数据卷 `yue_data`，将宿主机目录硬映射至容器内的应用生产根路径 `/app/data/`。</a:t>
            </a:r>
          </a:p>
          <a:p>
            <a:pPr>
              <a:spcAft>
                <a:spcPts val="600"/>
              </a:spcAft>
              <a:defRPr sz="1050" b="0">
                <a:solidFill>
                  <a:srgbClr val="333333"/>
                </a:solidFill>
                <a:latin typeface="Microsoft YaHei"/>
              </a:defRPr>
            </a:pPr>
            <a:r>
              <a:t>• 零依赖一键拉起：利用 SQLite 3.x 嵌入式优势，一键部署零配置。系统在初始化阶段（startup事件）能实现数据库表结构的“全自动冷创建”，并由 seed 数据自动灌注基础图书资源，极速可用。</a:t>
            </a:r>
          </a:p>
          <a:p>
            <a:pPr>
              <a:spcAft>
                <a:spcPts val="600"/>
              </a:spcAft>
              <a:defRPr sz="1050" b="0">
                <a:solidFill>
                  <a:srgbClr val="333333"/>
                </a:solidFill>
                <a:latin typeface="Microsoft YaHei"/>
              </a:defRPr>
            </a:pPr>
            <a:r>
              <a:t>• 容器销毁复测验证：执行 `docker-compose down` 销毁受污容器、重建新容器，通过前台复检验证，历史保存的评论信息、新建用户账号及书架完美留存，不发生任何断档丢失。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四、 前端极简交互体验与“黄金3分钟”自测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333333"/>
                </a:solidFill>
                <a:latin typeface="Microsoft YaHei"/>
              </a:defRPr>
            </a:pPr>
            <a:r>
              <a:t>前端 (code_artifact.html) 采用极简「单页面 AJAX 响应式设计」，全面剥离无用依赖。客户端浏览器一次性载入前端资源，通过局部无感知刷新与后端动态联调，极大地减少了 openEuler 服务器的 CPU 与带宽开销。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⏱️ 项目验收“黄金 3 分钟”演示推进流程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 登录验证：使用测试普通账户 user1 (密码 123456) 登录，前端实时呈现个人头像与独立授权 Token，未登录拦截提示逻辑完美运行。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 分类检索：点击分类菜单导航（如“科幻”、“武侠”），小说卡片区瞬间完成异步筛选重组。进行全局模糊检索，响应延迟 ≤ 0.1s。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3. 书籍阅读：点击主打科幻大作《三体·地球往事》，进入高颜值极简阅读器。章节切换无卡顿。核心章节（幽灵倒计时、科学边界、红岸基地、射手与农场主）排版优美，阅读体验流畅。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4. 点赞收藏：一键点击“加入书架”与“图书点赞”，刷新页面重载，提示该小说已永久留存，书架卡片功能闭环无断挡。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5. 评论交互：点击评论发送，新输入的评论立即在评论展示区显示。经查看，评论记录带格式化时间戳正确入库，数据完全同步。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五、 一键自动化部署与灾后极速冷恢复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⚡ 一键容器部署 (deploy_yue.sh)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部署速度：传统的 30 分钟环境部署优化为 ≤ 1分钟 的全容器化极速自动重构。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兼容性自愈修补：自动读取 compose，遇到低版本配置丢失时，采用 `sed` 动态强制修补 version 声明，保证在各种版本的 Docker 机上均可一键启动。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智能 IP 替换：读取系统真实 IP，将开发写死的 `127.0.0.1` 物理替换，防止局域网部署失效。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部署自检闭环：脚本自带 curl /health 自检回验，API 成功返回 200 即宣告“部署成功”。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🩹 灾后秒级极速还原 (restore_yue_db.sh)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锁释放阶段：首先执行 `docker-compose down` 强制断开外部物理流量，下线受污容器。此举能彻底释放挂载卷上的写进程句柄，保证数据无损覆盖。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数据灌注：容器网格优雅初始化，等待 3 秒后，调用 `docker cp` 将健康的备份物理 `.db` 覆盖回写容器内的目标地址 `/app/data/yue.db`。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热重载上线：执行 `docker restart yue-app` 重载 SQLite 线程连接，整个流程耗时 ≤ 10秒，对外部客户端几乎无感知。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六、 轻量级巡检监控与故障自动修复机制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333333"/>
                </a:solidFill>
                <a:latin typeface="Microsoft YaHei"/>
              </a:defRPr>
            </a:pPr>
            <a:r>
              <a:t>在 openEuler 运行环境中，运维人员不需部署庞大的 Prometheus 和监控大盘，依托项目内置的轻量化自动化巡检脚本 `monitor_yue.sh` 即可完成高强度的业务稳健性保障。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🛠️ 巡检核心自愈监控流设计 (monitor_yue.sh)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 容器存活巡检：自动执行 `docker ps` 进行生命周期状态审查，判断 yue-app container 物理状态。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 算力损耗采集：调用 `docker stats --no-stream` 拦截容器占用 CPU 算力、当前内存、I/O 流量情况，防止因代码异常或外部请求引起的计算拥堵。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3. API 健康度探测：通过 `curl` 自动拦截高精度检测通道 `http://127.0.0.1:8000/health` 的返回码。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4. 服务自动修复自愈（系统亮点！）：若健康检查失效（返回 500、404 或无响应），脚本自动判定后端服务已瘫痪或崩溃假死。脚本当即在后台自动调用 `docker restart yue-app` 强制拉起应用，等待 3s 唤醒后重试。如自愈成功在控制台输出绿色“自愈成功”；如二次失败则发出最高级别警报提示人工接入排查。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5. 磁盘爆满防御：抓取最近 50 行应用日志输出以助定位；物理调用 `df -h` 监控虚拟机系统盘，从根源上杜绝磁盘满引起的崩溃。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七、 数据库热冲突规避与全自动双备份归档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🔒 热写锁冲突规避与定时全备份机制 (backup_yue.sh)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热写锁冲突规避（设计难点）：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在生产环境下，如果外部客户端在进行高强度的“书架收藏”或“写评论”等写操作，SQLite 会在文件系统锁定物理进程指针，此时直接复制正在读写的数据库文件，100% 会导致导出的备份文件格式损毁。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为攻克此锁冲突问题，`backup_yue.sh` 特别采用 Docker 通道机制。不直接拷贝数据卷中的实盘，而是执行 `docker cp yue-app:/app/data/yue.db` 从隔离的容器线程内存中将干净的只读镜像剥离出来。并在宿主机备份目录 `/root/backups/yue/` 下生成一份不带任何写锁冲突的历史干净备份 `yue_YYYYMMDD_HHMMSS.db`，安全性保障提升 100%。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双向备份归档：除了对数据进行归档外，脚本还会对核心容器配置文件（Compose、Dockerfile）、前台交互页、后端逻辑等集中打包打包为包含时间戳的源码全备份 `yue_project_YYYYMMDD_HHMMSS.tar.gz`，一键可实现工程重建。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滚动淘汰防硬盘爆满：使用 `find` 清理 `+7` 天前（7天前）的历史所有备份包，实现了虚拟机 40GB 磁盘的永久循环。配置 crontab 每日凌晨 02:00（业务绝对谷时）自动安静运行。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八、 项目成果总结与系统未来展望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F5597"/>
                </a:solidFill>
                <a:latin typeface="Microsoft YaHei"/>
              </a:defRPr>
            </a:pPr>
            <a:r>
              <a:t>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🏆 实训主要建设成果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交付成果闭环：已超预期完成开发，交付“简阅”系统、完整的源码仓库及一整套自动化运维脚本工具体系。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极端压力测试：系统通过高强度性能验证，完美支持50并发、极高请求，错误率稳定为 0%，TPS 达到 20 以上，页面平均响应时间 ≤ 1 秒（95分位），达到等保二级的基本高可用规范。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文档交付大满贯：共交付 5 大核心说明文档，从需求、设计到运维构建完整的技术交接链条。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🚀 系统未来的演进与升级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数据库集群无缝升级：由于后端基于标准的 SQL-Alchemy ORM 设计，后期系统如果出现高并发扩张需求，可以通过单纯更改 compose 中的 `DATABASE_URL`，将内嵌 SQLite3 一键升级迁移为多节点分布式 **MySQL 8.0.x**（或国产达梦、GaussDB），前台及业务逻辑层代码不需做任何变动重构。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前端 UI 与内容扩展：可在分类中横向拓展出更多的小说模块，依托 Nginx配置更高级的外部反向代理与物理层负载均衡体系。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